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</p:sldIdLst>
  <p:sldSz cx="10287000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ABA3"/>
    <a:srgbClr val="F8FBF1"/>
    <a:srgbClr val="00796B"/>
    <a:srgbClr val="2FC082"/>
    <a:srgbClr val="54D6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93" autoAdjust="0"/>
    <p:restoredTop sz="94660"/>
  </p:normalViewPr>
  <p:slideViewPr>
    <p:cSldViewPr snapToGrid="0">
      <p:cViewPr varScale="1">
        <p:scale>
          <a:sx n="49" d="100"/>
          <a:sy n="49" d="100"/>
        </p:scale>
        <p:origin x="34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1525" y="2992968"/>
            <a:ext cx="8743950" cy="6366933"/>
          </a:xfrm>
        </p:spPr>
        <p:txBody>
          <a:bodyPr anchor="b"/>
          <a:lstStyle>
            <a:lvl1pPr algn="ctr">
              <a:defRPr sz="675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5875" y="9605435"/>
            <a:ext cx="7715250" cy="4415365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350" indent="0" algn="ctr">
              <a:buNone/>
              <a:defRPr sz="2250"/>
            </a:lvl2pPr>
            <a:lvl3pPr marL="1028700" indent="0" algn="ctr">
              <a:buNone/>
              <a:defRPr sz="2025"/>
            </a:lvl3pPr>
            <a:lvl4pPr marL="1543050" indent="0" algn="ctr">
              <a:buNone/>
              <a:defRPr sz="1800"/>
            </a:lvl4pPr>
            <a:lvl5pPr marL="2057400" indent="0" algn="ctr">
              <a:buNone/>
              <a:defRPr sz="1800"/>
            </a:lvl5pPr>
            <a:lvl6pPr marL="2571750" indent="0" algn="ctr">
              <a:buNone/>
              <a:defRPr sz="1800"/>
            </a:lvl6pPr>
            <a:lvl7pPr marL="3086100" indent="0" algn="ctr">
              <a:buNone/>
              <a:defRPr sz="1800"/>
            </a:lvl7pPr>
            <a:lvl8pPr marL="3600450" indent="0" algn="ctr">
              <a:buNone/>
              <a:defRPr sz="1800"/>
            </a:lvl8pPr>
            <a:lvl9pPr marL="4114800" indent="0" algn="ctr">
              <a:buNone/>
              <a:defRPr sz="18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F7FD2-4577-4653-BCD2-7861490BE36D}" type="datetimeFigureOut">
              <a:rPr lang="ko-KR" altLang="en-US" smtClean="0"/>
              <a:t>2026. 3. 24.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A4C1A-9302-48B3-AACB-99041D063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5516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F7FD2-4577-4653-BCD2-7861490BE36D}" type="datetimeFigureOut">
              <a:rPr lang="ko-KR" altLang="en-US" smtClean="0"/>
              <a:t>2026. 3. 24.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A4C1A-9302-48B3-AACB-99041D063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1780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874" y="4559305"/>
            <a:ext cx="8872538" cy="7607299"/>
          </a:xfrm>
        </p:spPr>
        <p:txBody>
          <a:bodyPr anchor="b"/>
          <a:lstStyle>
            <a:lvl1pPr>
              <a:defRPr sz="675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1874" y="12238572"/>
            <a:ext cx="8872538" cy="4000499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/>
                </a:solidFill>
              </a:defRPr>
            </a:lvl1pPr>
            <a:lvl2pPr marL="514350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2pPr>
            <a:lvl3pPr marL="1028700" indent="0">
              <a:buNone/>
              <a:defRPr sz="2025">
                <a:solidFill>
                  <a:schemeClr val="tx1">
                    <a:tint val="75000"/>
                  </a:schemeClr>
                </a:solidFill>
              </a:defRPr>
            </a:lvl3pPr>
            <a:lvl4pPr marL="15430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17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61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6004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48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F7FD2-4577-4653-BCD2-7861490BE36D}" type="datetimeFigureOut">
              <a:rPr lang="ko-KR" altLang="en-US" smtClean="0"/>
              <a:t>2026. 3. 24.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A4C1A-9302-48B3-AACB-99041D063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941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7231" y="4868333"/>
            <a:ext cx="4371975" cy="116035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794" y="4868333"/>
            <a:ext cx="4371975" cy="116035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F7FD2-4577-4653-BCD2-7861490BE36D}" type="datetimeFigureOut">
              <a:rPr lang="ko-KR" altLang="en-US" smtClean="0"/>
              <a:t>2026. 3. 24.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A4C1A-9302-48B3-AACB-99041D063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989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71" y="973671"/>
            <a:ext cx="8872538" cy="353483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8572" y="4483101"/>
            <a:ext cx="4351883" cy="219709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250" b="1"/>
            </a:lvl2pPr>
            <a:lvl3pPr marL="1028700" indent="0">
              <a:buNone/>
              <a:defRPr sz="2025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8572" y="6680200"/>
            <a:ext cx="4351883" cy="98255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7794" y="4483101"/>
            <a:ext cx="4373315" cy="219709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250" b="1"/>
            </a:lvl2pPr>
            <a:lvl3pPr marL="1028700" indent="0">
              <a:buNone/>
              <a:defRPr sz="2025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7794" y="6680200"/>
            <a:ext cx="4373315" cy="98255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F7FD2-4577-4653-BCD2-7861490BE36D}" type="datetimeFigureOut">
              <a:rPr lang="ko-KR" altLang="en-US" smtClean="0"/>
              <a:t>2026. 3. 24.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A4C1A-9302-48B3-AACB-99041D063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679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F7FD2-4577-4653-BCD2-7861490BE36D}" type="datetimeFigureOut">
              <a:rPr lang="ko-KR" altLang="en-US" smtClean="0"/>
              <a:t>2026. 3. 24.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A4C1A-9302-48B3-AACB-99041D063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1819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F7FD2-4577-4653-BCD2-7861490BE36D}" type="datetimeFigureOut">
              <a:rPr lang="ko-KR" altLang="en-US" smtClean="0"/>
              <a:t>2026. 3. 24.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A4C1A-9302-48B3-AACB-99041D063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5568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71" y="1219200"/>
            <a:ext cx="3317825" cy="42672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3315" y="2633138"/>
            <a:ext cx="5207794" cy="12996333"/>
          </a:xfrm>
        </p:spPr>
        <p:txBody>
          <a:bodyPr/>
          <a:lstStyle>
            <a:lvl1pPr>
              <a:defRPr sz="3600"/>
            </a:lvl1pPr>
            <a:lvl2pPr>
              <a:defRPr sz="3150"/>
            </a:lvl2pPr>
            <a:lvl3pPr>
              <a:defRPr sz="270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71" y="5486400"/>
            <a:ext cx="3317825" cy="10164235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575"/>
            </a:lvl2pPr>
            <a:lvl3pPr marL="1028700" indent="0">
              <a:buNone/>
              <a:defRPr sz="1350"/>
            </a:lvl3pPr>
            <a:lvl4pPr marL="1543050" indent="0">
              <a:buNone/>
              <a:defRPr sz="1125"/>
            </a:lvl4pPr>
            <a:lvl5pPr marL="2057400" indent="0">
              <a:buNone/>
              <a:defRPr sz="1125"/>
            </a:lvl5pPr>
            <a:lvl6pPr marL="2571750" indent="0">
              <a:buNone/>
              <a:defRPr sz="1125"/>
            </a:lvl6pPr>
            <a:lvl7pPr marL="3086100" indent="0">
              <a:buNone/>
              <a:defRPr sz="1125"/>
            </a:lvl7pPr>
            <a:lvl8pPr marL="3600450" indent="0">
              <a:buNone/>
              <a:defRPr sz="1125"/>
            </a:lvl8pPr>
            <a:lvl9pPr marL="4114800" indent="0">
              <a:buNone/>
              <a:defRPr sz="112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F7FD2-4577-4653-BCD2-7861490BE36D}" type="datetimeFigureOut">
              <a:rPr lang="ko-KR" altLang="en-US" smtClean="0"/>
              <a:t>2026. 3. 24.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A4C1A-9302-48B3-AACB-99041D063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920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71" y="1219200"/>
            <a:ext cx="3317825" cy="42672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73315" y="2633138"/>
            <a:ext cx="5207794" cy="12996333"/>
          </a:xfrm>
        </p:spPr>
        <p:txBody>
          <a:bodyPr anchor="t"/>
          <a:lstStyle>
            <a:lvl1pPr marL="0" indent="0">
              <a:buNone/>
              <a:defRPr sz="3600"/>
            </a:lvl1pPr>
            <a:lvl2pPr marL="514350" indent="0">
              <a:buNone/>
              <a:defRPr sz="3150"/>
            </a:lvl2pPr>
            <a:lvl3pPr marL="1028700" indent="0">
              <a:buNone/>
              <a:defRPr sz="2700"/>
            </a:lvl3pPr>
            <a:lvl4pPr marL="1543050" indent="0">
              <a:buNone/>
              <a:defRPr sz="2250"/>
            </a:lvl4pPr>
            <a:lvl5pPr marL="2057400" indent="0">
              <a:buNone/>
              <a:defRPr sz="2250"/>
            </a:lvl5pPr>
            <a:lvl6pPr marL="2571750" indent="0">
              <a:buNone/>
              <a:defRPr sz="2250"/>
            </a:lvl6pPr>
            <a:lvl7pPr marL="3086100" indent="0">
              <a:buNone/>
              <a:defRPr sz="2250"/>
            </a:lvl7pPr>
            <a:lvl8pPr marL="3600450" indent="0">
              <a:buNone/>
              <a:defRPr sz="2250"/>
            </a:lvl8pPr>
            <a:lvl9pPr marL="4114800" indent="0">
              <a:buNone/>
              <a:defRPr sz="225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71" y="5486400"/>
            <a:ext cx="3317825" cy="10164235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575"/>
            </a:lvl2pPr>
            <a:lvl3pPr marL="1028700" indent="0">
              <a:buNone/>
              <a:defRPr sz="1350"/>
            </a:lvl3pPr>
            <a:lvl4pPr marL="1543050" indent="0">
              <a:buNone/>
              <a:defRPr sz="1125"/>
            </a:lvl4pPr>
            <a:lvl5pPr marL="2057400" indent="0">
              <a:buNone/>
              <a:defRPr sz="1125"/>
            </a:lvl5pPr>
            <a:lvl6pPr marL="2571750" indent="0">
              <a:buNone/>
              <a:defRPr sz="1125"/>
            </a:lvl6pPr>
            <a:lvl7pPr marL="3086100" indent="0">
              <a:buNone/>
              <a:defRPr sz="1125"/>
            </a:lvl7pPr>
            <a:lvl8pPr marL="3600450" indent="0">
              <a:buNone/>
              <a:defRPr sz="1125"/>
            </a:lvl8pPr>
            <a:lvl9pPr marL="4114800" indent="0">
              <a:buNone/>
              <a:defRPr sz="112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F7FD2-4577-4653-BCD2-7861490BE36D}" type="datetimeFigureOut">
              <a:rPr lang="ko-KR" altLang="en-US" smtClean="0"/>
              <a:t>2026. 3. 24.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A4C1A-9302-48B3-AACB-99041D063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4115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F7FD2-4577-4653-BCD2-7861490BE36D}" type="datetimeFigureOut">
              <a:rPr lang="ko-KR" altLang="en-US" smtClean="0"/>
              <a:t>2026. 3. 24.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A4C1A-9302-48B3-AACB-99041D063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0689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1635" y="973667"/>
            <a:ext cx="2218134" cy="1549823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7232" y="973667"/>
            <a:ext cx="6525816" cy="1549823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F7FD2-4577-4653-BCD2-7861490BE36D}" type="datetimeFigureOut">
              <a:rPr lang="ko-KR" altLang="en-US" smtClean="0"/>
              <a:t>2026. 3. 24.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A4C1A-9302-48B3-AACB-99041D063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0716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7231" y="973671"/>
            <a:ext cx="8872538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231" y="4868333"/>
            <a:ext cx="8872538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7231" y="16950271"/>
            <a:ext cx="2314575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1F7FD2-4577-4653-BCD2-7861490BE36D}" type="datetimeFigureOut">
              <a:rPr lang="ko-KR" altLang="en-US" smtClean="0"/>
              <a:t>2026. 3. 24.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07569" y="16950271"/>
            <a:ext cx="3471863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65194" y="16950271"/>
            <a:ext cx="2314575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DA4C1A-9302-48B3-AACB-99041D0638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7567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28700" rtl="0" eaLnBrk="1" latinLnBrk="1" hangingPunct="1">
        <a:lnSpc>
          <a:spcPct val="90000"/>
        </a:lnSpc>
        <a:spcBef>
          <a:spcPct val="0"/>
        </a:spcBef>
        <a:buNone/>
        <a:defRPr sz="49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1028700" rtl="0" eaLnBrk="1" latinLnBrk="1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1pPr>
      <a:lvl2pPr marL="771525" indent="-257175" algn="l" defTabSz="102870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5875" indent="-257175" algn="l" defTabSz="102870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3pPr>
      <a:lvl4pPr marL="1800225" indent="-257175" algn="l" defTabSz="102870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314575" indent="-257175" algn="l" defTabSz="102870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828925" indent="-257175" algn="l" defTabSz="102870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343275" indent="-257175" algn="l" defTabSz="102870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857625" indent="-257175" algn="l" defTabSz="102870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371975" indent="-257175" algn="l" defTabSz="102870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8700" rtl="0" eaLnBrk="1" latinLnBrk="1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algn="l" defTabSz="1028700" rtl="0" eaLnBrk="1" latinLnBrk="1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algn="l" defTabSz="1028700" rtl="0" eaLnBrk="1" latinLnBrk="1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algn="l" defTabSz="1028700" rtl="0" eaLnBrk="1" latinLnBrk="1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algn="l" defTabSz="1028700" rtl="0" eaLnBrk="1" latinLnBrk="1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571750" algn="l" defTabSz="1028700" rtl="0" eaLnBrk="1" latinLnBrk="1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086100" algn="l" defTabSz="1028700" rtl="0" eaLnBrk="1" latinLnBrk="1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algn="l" defTabSz="1028700" rtl="0" eaLnBrk="1" latinLnBrk="1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algn="l" defTabSz="1028700" rtl="0" eaLnBrk="1" latinLnBrk="1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9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C73DA732-C0C1-4EBB-8AE7-62BAE77CF259}"/>
              </a:ext>
            </a:extLst>
          </p:cNvPr>
          <p:cNvGrpSpPr/>
          <p:nvPr/>
        </p:nvGrpSpPr>
        <p:grpSpPr>
          <a:xfrm>
            <a:off x="1794510" y="5509260"/>
            <a:ext cx="6697980" cy="13967460"/>
            <a:chOff x="1794510" y="5509260"/>
            <a:chExt cx="6697980" cy="13967460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5B28FD26-7033-409A-890D-8AB250694A18}"/>
                </a:ext>
              </a:extLst>
            </p:cNvPr>
            <p:cNvSpPr/>
            <p:nvPr/>
          </p:nvSpPr>
          <p:spPr>
            <a:xfrm>
              <a:off x="1794510" y="5509260"/>
              <a:ext cx="6697980" cy="13967460"/>
            </a:xfrm>
            <a:prstGeom prst="roundRect">
              <a:avLst/>
            </a:prstGeom>
            <a:solidFill>
              <a:srgbClr val="F8FB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F9308A36-92E1-4961-8A1C-8BEF6BB939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105859" y="6131224"/>
              <a:ext cx="6143861" cy="12156776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4C3097F-4C68-4A21-9AFC-2D3298D56A07}"/>
              </a:ext>
            </a:extLst>
          </p:cNvPr>
          <p:cNvSpPr txBox="1"/>
          <p:nvPr/>
        </p:nvSpPr>
        <p:spPr>
          <a:xfrm>
            <a:off x="1280159" y="1560017"/>
            <a:ext cx="779526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>
                <a:solidFill>
                  <a:schemeClr val="bg1"/>
                </a:solidFill>
                <a:latin typeface="BM HANNA Air OTF" panose="020B0600000101010101" pitchFamily="34" charset="-127"/>
                <a:ea typeface="BM HANNA Air OTF" panose="020B0600000101010101" pitchFamily="34" charset="-127"/>
              </a:rPr>
              <a:t>내 식물을 관리해보세요</a:t>
            </a:r>
            <a:endParaRPr lang="en-US" altLang="ko-KR" sz="4400" dirty="0">
              <a:solidFill>
                <a:schemeClr val="bg1"/>
              </a:solidFill>
              <a:latin typeface="BM HANNA Air OTF" panose="020B0600000101010101" pitchFamily="34" charset="-127"/>
              <a:ea typeface="BM HANNA Air OTF" panose="020B0600000101010101" pitchFamily="34" charset="-127"/>
            </a:endParaRPr>
          </a:p>
          <a:p>
            <a:pPr algn="ctr"/>
            <a:endParaRPr lang="en-US" altLang="ko-KR" sz="6000" dirty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ctr"/>
            <a:r>
              <a:rPr lang="ko-KR" altLang="en-US" sz="6000" dirty="0">
                <a:solidFill>
                  <a:schemeClr val="bg1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텃밭일기</a:t>
            </a:r>
            <a:endParaRPr lang="en-US" altLang="ko-KR" sz="6000" dirty="0">
              <a:solidFill>
                <a:schemeClr val="bg1"/>
              </a:solidFill>
              <a:latin typeface="BM DoHyeon OTF" panose="020B0600000101010101" pitchFamily="34" charset="-127"/>
              <a:ea typeface="BM DoHyeon OTF" panose="020B0600000101010101" pitchFamily="34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B02A220-DDB1-D465-A33C-0B4F232BB5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446" y="1794932"/>
            <a:ext cx="2028822" cy="202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273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9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4287B6E5-8D5D-459E-82C7-E895EBAC723D}"/>
              </a:ext>
            </a:extLst>
          </p:cNvPr>
          <p:cNvGrpSpPr/>
          <p:nvPr/>
        </p:nvGrpSpPr>
        <p:grpSpPr>
          <a:xfrm>
            <a:off x="1794510" y="5509260"/>
            <a:ext cx="6697980" cy="13967460"/>
            <a:chOff x="1794510" y="5509260"/>
            <a:chExt cx="6697980" cy="13967460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64BF8E84-0F37-4687-8932-D3A560B87B13}"/>
                </a:ext>
              </a:extLst>
            </p:cNvPr>
            <p:cNvSpPr/>
            <p:nvPr/>
          </p:nvSpPr>
          <p:spPr>
            <a:xfrm>
              <a:off x="1794510" y="5509260"/>
              <a:ext cx="6697980" cy="13967460"/>
            </a:xfrm>
            <a:prstGeom prst="roundRect">
              <a:avLst/>
            </a:prstGeom>
            <a:solidFill>
              <a:srgbClr val="F8FB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AA3A585-8B0F-4008-8B95-3E14180E0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105859" y="6131224"/>
              <a:ext cx="6143861" cy="12156776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B8CBFE2-A942-48AC-80CA-727F80679950}"/>
              </a:ext>
            </a:extLst>
          </p:cNvPr>
          <p:cNvSpPr txBox="1"/>
          <p:nvPr/>
        </p:nvSpPr>
        <p:spPr>
          <a:xfrm>
            <a:off x="1245870" y="1909142"/>
            <a:ext cx="779526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bg1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물주기 알림</a:t>
            </a:r>
            <a:endParaRPr lang="en-US" altLang="ko-KR" sz="6000" dirty="0">
              <a:solidFill>
                <a:schemeClr val="bg1"/>
              </a:solidFill>
              <a:latin typeface="BM JUA OTF" panose="02020603020101020101" pitchFamily="18" charset="-127"/>
              <a:ea typeface="BM JUA OTF" panose="02020603020101020101" pitchFamily="18" charset="-127"/>
            </a:endParaRPr>
          </a:p>
          <a:p>
            <a:pPr algn="ctr"/>
            <a:endParaRPr lang="en-US" altLang="ko-KR" sz="6000" dirty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ctr"/>
            <a:r>
              <a:rPr lang="ko-KR" altLang="en-US" sz="4000" dirty="0">
                <a:solidFill>
                  <a:schemeClr val="bg1"/>
                </a:solidFill>
                <a:latin typeface="BM HANNA Air OTF" panose="020B0600000101010101" pitchFamily="34" charset="-127"/>
                <a:ea typeface="BM HANNA Air OTF" panose="020B0600000101010101" pitchFamily="34" charset="-127"/>
              </a:rPr>
              <a:t>주기를 설정하고 알림을 받아보세요</a:t>
            </a:r>
            <a:endParaRPr lang="en-US" altLang="ko-KR" sz="4000" dirty="0">
              <a:solidFill>
                <a:schemeClr val="bg1"/>
              </a:solidFill>
              <a:latin typeface="BM HANNA Air OTF" panose="020B0600000101010101" pitchFamily="34" charset="-127"/>
              <a:ea typeface="BM HANNA Air 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8464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9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달 8">
            <a:extLst>
              <a:ext uri="{FF2B5EF4-FFF2-40B4-BE49-F238E27FC236}">
                <a16:creationId xmlns:a16="http://schemas.microsoft.com/office/drawing/2014/main" id="{DACF6DEB-E044-4921-88E0-DD0DDC608405}"/>
              </a:ext>
            </a:extLst>
          </p:cNvPr>
          <p:cNvSpPr/>
          <p:nvPr/>
        </p:nvSpPr>
        <p:spPr>
          <a:xfrm rot="2727126">
            <a:off x="1668251" y="4865447"/>
            <a:ext cx="1035768" cy="1734433"/>
          </a:xfrm>
          <a:prstGeom prst="moon">
            <a:avLst>
              <a:gd name="adj" fmla="val 43091"/>
            </a:avLst>
          </a:prstGeom>
          <a:solidFill>
            <a:srgbClr val="0079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달 9">
            <a:extLst>
              <a:ext uri="{FF2B5EF4-FFF2-40B4-BE49-F238E27FC236}">
                <a16:creationId xmlns:a16="http://schemas.microsoft.com/office/drawing/2014/main" id="{C2505297-27B6-4B92-AF30-61A69F08F4A1}"/>
              </a:ext>
            </a:extLst>
          </p:cNvPr>
          <p:cNvSpPr/>
          <p:nvPr/>
        </p:nvSpPr>
        <p:spPr>
          <a:xfrm rot="8135706">
            <a:off x="7572516" y="4932467"/>
            <a:ext cx="1035768" cy="1734433"/>
          </a:xfrm>
          <a:prstGeom prst="moon">
            <a:avLst>
              <a:gd name="adj" fmla="val 43091"/>
            </a:avLst>
          </a:prstGeom>
          <a:solidFill>
            <a:srgbClr val="0079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295895-0C3C-420D-A854-23F10AD483CA}"/>
              </a:ext>
            </a:extLst>
          </p:cNvPr>
          <p:cNvSpPr txBox="1"/>
          <p:nvPr/>
        </p:nvSpPr>
        <p:spPr>
          <a:xfrm>
            <a:off x="1245870" y="1909142"/>
            <a:ext cx="779526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bg1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식물 상세페이지</a:t>
            </a:r>
            <a:endParaRPr lang="en-US" altLang="ko-KR" sz="6000" dirty="0">
              <a:solidFill>
                <a:schemeClr val="bg1"/>
              </a:solidFill>
              <a:latin typeface="BM JUA OTF" panose="02020603020101020101" pitchFamily="18" charset="-127"/>
              <a:ea typeface="BM JUA OTF" panose="02020603020101020101" pitchFamily="18" charset="-127"/>
            </a:endParaRPr>
          </a:p>
          <a:p>
            <a:pPr algn="ctr"/>
            <a:endParaRPr lang="en-US" altLang="ko-KR" sz="6000" dirty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ctr"/>
            <a:r>
              <a:rPr lang="ko-KR" altLang="en-US" sz="4000" dirty="0">
                <a:solidFill>
                  <a:schemeClr val="bg1"/>
                </a:solidFill>
                <a:latin typeface="BM HANNA Air OTF" panose="020B0600000101010101" pitchFamily="34" charset="-127"/>
                <a:ea typeface="BM HANNA Air OTF" panose="020B0600000101010101" pitchFamily="34" charset="-127"/>
              </a:rPr>
              <a:t>식물을 등록하고 텃밭을 가꿔보세요</a:t>
            </a:r>
            <a:endParaRPr lang="en-US" altLang="ko-KR" sz="4000" dirty="0">
              <a:solidFill>
                <a:schemeClr val="bg1"/>
              </a:solidFill>
              <a:latin typeface="BM HANNA Air OTF" panose="020B0600000101010101" pitchFamily="34" charset="-127"/>
              <a:ea typeface="BM HANNA Air OTF" panose="020B0600000101010101" pitchFamily="34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4AC4711-2002-EFD0-4A34-437998FF63E6}"/>
              </a:ext>
            </a:extLst>
          </p:cNvPr>
          <p:cNvGrpSpPr/>
          <p:nvPr/>
        </p:nvGrpSpPr>
        <p:grpSpPr>
          <a:xfrm>
            <a:off x="1794510" y="5509260"/>
            <a:ext cx="6697980" cy="13967460"/>
            <a:chOff x="1794510" y="5509260"/>
            <a:chExt cx="6697980" cy="13967460"/>
          </a:xfrm>
        </p:grpSpPr>
        <p:sp>
          <p:nvSpPr>
            <p:cNvPr id="5" name="사각형: 둥근 모서리 2">
              <a:extLst>
                <a:ext uri="{FF2B5EF4-FFF2-40B4-BE49-F238E27FC236}">
                  <a16:creationId xmlns:a16="http://schemas.microsoft.com/office/drawing/2014/main" id="{B9F75C37-C1A4-0E70-AC01-F708806C4B63}"/>
                </a:ext>
              </a:extLst>
            </p:cNvPr>
            <p:cNvSpPr/>
            <p:nvPr/>
          </p:nvSpPr>
          <p:spPr>
            <a:xfrm>
              <a:off x="1794510" y="5509260"/>
              <a:ext cx="6697980" cy="13967460"/>
            </a:xfrm>
            <a:prstGeom prst="roundRect">
              <a:avLst/>
            </a:prstGeom>
            <a:solidFill>
              <a:srgbClr val="F8FB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14A18BA7-B63F-3402-0AFA-E51EFDD017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105859" y="6061166"/>
              <a:ext cx="6143860" cy="122268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54062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9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4287B6E5-8D5D-459E-82C7-E895EBAC723D}"/>
              </a:ext>
            </a:extLst>
          </p:cNvPr>
          <p:cNvGrpSpPr/>
          <p:nvPr/>
        </p:nvGrpSpPr>
        <p:grpSpPr>
          <a:xfrm>
            <a:off x="1794510" y="5509260"/>
            <a:ext cx="6697980" cy="13967460"/>
            <a:chOff x="1794510" y="5509260"/>
            <a:chExt cx="6697980" cy="13967460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64BF8E84-0F37-4687-8932-D3A560B87B13}"/>
                </a:ext>
              </a:extLst>
            </p:cNvPr>
            <p:cNvSpPr/>
            <p:nvPr/>
          </p:nvSpPr>
          <p:spPr>
            <a:xfrm>
              <a:off x="1794510" y="5509260"/>
              <a:ext cx="6697980" cy="13967460"/>
            </a:xfrm>
            <a:prstGeom prst="roundRect">
              <a:avLst/>
            </a:prstGeom>
            <a:solidFill>
              <a:srgbClr val="F8FB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AA3A585-8B0F-4008-8B95-3E14180E0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105859" y="6131225"/>
              <a:ext cx="6143860" cy="12156775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EF2764F-D6A8-4F7B-BF66-0108C7BBA212}"/>
              </a:ext>
            </a:extLst>
          </p:cNvPr>
          <p:cNvSpPr txBox="1"/>
          <p:nvPr/>
        </p:nvSpPr>
        <p:spPr>
          <a:xfrm>
            <a:off x="1245870" y="1909142"/>
            <a:ext cx="779526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bg1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식물 일기</a:t>
            </a:r>
            <a:endParaRPr lang="en-US" altLang="ko-KR" sz="6000" dirty="0">
              <a:solidFill>
                <a:schemeClr val="bg1"/>
              </a:solidFill>
              <a:latin typeface="BM JUA OTF" panose="02020603020101020101" pitchFamily="18" charset="-127"/>
              <a:ea typeface="BM JUA OTF" panose="02020603020101020101" pitchFamily="18" charset="-127"/>
            </a:endParaRPr>
          </a:p>
          <a:p>
            <a:pPr algn="ctr"/>
            <a:endParaRPr lang="en-US" altLang="ko-KR" sz="6000" dirty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ctr"/>
            <a:r>
              <a:rPr lang="ko-KR" altLang="en-US" sz="4000" dirty="0">
                <a:solidFill>
                  <a:schemeClr val="bg1"/>
                </a:solidFill>
                <a:latin typeface="BM HANNA Air OTF" panose="020B0600000101010101" pitchFamily="34" charset="-127"/>
                <a:ea typeface="BM HANNA Air OTF" panose="020B0600000101010101" pitchFamily="34" charset="-127"/>
              </a:rPr>
              <a:t>사진 및 메모로 </a:t>
            </a:r>
            <a:endParaRPr lang="en-US" altLang="ko-KR" sz="4000" dirty="0">
              <a:solidFill>
                <a:schemeClr val="bg1"/>
              </a:solidFill>
              <a:latin typeface="BM HANNA Air OTF" panose="020B0600000101010101" pitchFamily="34" charset="-127"/>
              <a:ea typeface="BM HANNA Air OTF" panose="020B0600000101010101" pitchFamily="34" charset="-127"/>
            </a:endParaRPr>
          </a:p>
          <a:p>
            <a:pPr algn="ctr"/>
            <a:r>
              <a:rPr lang="ko-KR" altLang="en-US" sz="4000" dirty="0">
                <a:solidFill>
                  <a:schemeClr val="bg1"/>
                </a:solidFill>
                <a:latin typeface="BM HANNA Air OTF" panose="020B0600000101010101" pitchFamily="34" charset="-127"/>
                <a:ea typeface="BM HANNA Air OTF" panose="020B0600000101010101" pitchFamily="34" charset="-127"/>
              </a:rPr>
              <a:t>가꾸기 기록을 남겨보세요</a:t>
            </a:r>
            <a:endParaRPr lang="en-US" altLang="ko-KR" sz="3200" dirty="0">
              <a:solidFill>
                <a:schemeClr val="bg1"/>
              </a:solidFill>
              <a:latin typeface="BM HANNA Air OTF" panose="020B0600000101010101" pitchFamily="34" charset="-127"/>
              <a:ea typeface="BM HANNA Air 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1975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9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4287B6E5-8D5D-459E-82C7-E895EBAC723D}"/>
              </a:ext>
            </a:extLst>
          </p:cNvPr>
          <p:cNvGrpSpPr/>
          <p:nvPr/>
        </p:nvGrpSpPr>
        <p:grpSpPr>
          <a:xfrm>
            <a:off x="1794510" y="5509260"/>
            <a:ext cx="6697980" cy="13967460"/>
            <a:chOff x="1794510" y="5509260"/>
            <a:chExt cx="6697980" cy="13967460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64BF8E84-0F37-4687-8932-D3A560B87B13}"/>
                </a:ext>
              </a:extLst>
            </p:cNvPr>
            <p:cNvSpPr/>
            <p:nvPr/>
          </p:nvSpPr>
          <p:spPr>
            <a:xfrm>
              <a:off x="1794510" y="5509260"/>
              <a:ext cx="6697980" cy="13967460"/>
            </a:xfrm>
            <a:prstGeom prst="roundRect">
              <a:avLst/>
            </a:prstGeom>
            <a:solidFill>
              <a:srgbClr val="A7AB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AA3A585-8B0F-4008-8B95-3E14180E0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105859" y="6225038"/>
              <a:ext cx="6143860" cy="11969149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952BBF2-50EB-486F-BB5C-3C29274C0C0C}"/>
              </a:ext>
            </a:extLst>
          </p:cNvPr>
          <p:cNvSpPr txBox="1"/>
          <p:nvPr/>
        </p:nvSpPr>
        <p:spPr>
          <a:xfrm>
            <a:off x="1245870" y="1909142"/>
            <a:ext cx="779526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bg1"/>
                </a:solidFill>
                <a:latin typeface="BM JUA OTF" panose="02020603020101020101" pitchFamily="18" charset="-127"/>
                <a:ea typeface="BM JUA OTF" panose="02020603020101020101" pitchFamily="18" charset="-127"/>
              </a:rPr>
              <a:t>일기 내보내기</a:t>
            </a:r>
            <a:endParaRPr lang="en-US" altLang="ko-KR" sz="6000" dirty="0">
              <a:solidFill>
                <a:schemeClr val="bg1"/>
              </a:solidFill>
              <a:latin typeface="BM JUA OTF" panose="02020603020101020101" pitchFamily="18" charset="-127"/>
              <a:ea typeface="BM JUA OTF" panose="02020603020101020101" pitchFamily="18" charset="-127"/>
            </a:endParaRPr>
          </a:p>
          <a:p>
            <a:pPr algn="ctr"/>
            <a:endParaRPr lang="en-US" altLang="ko-KR" sz="6000" dirty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ctr"/>
            <a:r>
              <a:rPr lang="en-US" altLang="ko-KR" sz="4000" dirty="0">
                <a:solidFill>
                  <a:schemeClr val="bg1"/>
                </a:solidFill>
                <a:latin typeface="BM HANNA Air OTF" panose="020B0600000101010101" pitchFamily="34" charset="-127"/>
                <a:ea typeface="BM HANNA Air OTF" panose="020B0600000101010101" pitchFamily="34" charset="-127"/>
              </a:rPr>
              <a:t>PDF</a:t>
            </a:r>
            <a:r>
              <a:rPr lang="ko-KR" altLang="en-US" sz="4000" dirty="0">
                <a:solidFill>
                  <a:schemeClr val="bg1"/>
                </a:solidFill>
                <a:latin typeface="BM HANNA Air OTF" panose="020B0600000101010101" pitchFamily="34" charset="-127"/>
                <a:ea typeface="BM HANNA Air OTF" panose="020B0600000101010101" pitchFamily="34" charset="-127"/>
              </a:rPr>
              <a:t> 파일로 일기를 내보낼 수 있어요</a:t>
            </a:r>
            <a:endParaRPr lang="en-US" altLang="ko-KR" sz="4000" dirty="0">
              <a:solidFill>
                <a:schemeClr val="bg1"/>
              </a:solidFill>
              <a:latin typeface="BM HANNA Air OTF" panose="020B0600000101010101" pitchFamily="34" charset="-127"/>
              <a:ea typeface="BM HANNA Air 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3238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</TotalTime>
  <Words>32</Words>
  <Application>Microsoft Macintosh PowerPoint</Application>
  <PresentationFormat>사용자 지정</PresentationFormat>
  <Paragraphs>16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3" baseType="lpstr">
      <vt:lpstr>BM DoHyeon OTF</vt:lpstr>
      <vt:lpstr>BM HANNA Air OTF</vt:lpstr>
      <vt:lpstr>BM JUA OTF</vt:lpstr>
      <vt:lpstr>HY헤드라인M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Kwak myeong su</dc:creator>
  <cp:lastModifiedBy>myeong su Kwak</cp:lastModifiedBy>
  <cp:revision>5</cp:revision>
  <dcterms:created xsi:type="dcterms:W3CDTF">2022-03-26T18:06:33Z</dcterms:created>
  <dcterms:modified xsi:type="dcterms:W3CDTF">2026-03-24T07:29:22Z</dcterms:modified>
</cp:coreProperties>
</file>