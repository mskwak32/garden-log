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9753600" cy="4762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CF2"/>
    <a:srgbClr val="00796B"/>
    <a:srgbClr val="81C7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93" autoAdjust="0"/>
    <p:restoredTop sz="94660"/>
  </p:normalViewPr>
  <p:slideViewPr>
    <p:cSldViewPr snapToGrid="0">
      <p:cViewPr varScale="1">
        <p:scale>
          <a:sx n="157" d="100"/>
          <a:sy n="157" d="100"/>
        </p:scale>
        <p:origin x="192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779419"/>
            <a:ext cx="7315200" cy="1658056"/>
          </a:xfrm>
        </p:spPr>
        <p:txBody>
          <a:bodyPr anchor="b"/>
          <a:lstStyle>
            <a:lvl1pPr algn="ctr">
              <a:defRPr sz="416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2501415"/>
            <a:ext cx="7315200" cy="1149835"/>
          </a:xfrm>
        </p:spPr>
        <p:txBody>
          <a:bodyPr/>
          <a:lstStyle>
            <a:lvl1pPr marL="0" indent="0" algn="ctr">
              <a:buNone/>
              <a:defRPr sz="1667"/>
            </a:lvl1pPr>
            <a:lvl2pPr marL="317480" indent="0" algn="ctr">
              <a:buNone/>
              <a:defRPr sz="1389"/>
            </a:lvl2pPr>
            <a:lvl3pPr marL="634959" indent="0" algn="ctr">
              <a:buNone/>
              <a:defRPr sz="1250"/>
            </a:lvl3pPr>
            <a:lvl4pPr marL="952439" indent="0" algn="ctr">
              <a:buNone/>
              <a:defRPr sz="1111"/>
            </a:lvl4pPr>
            <a:lvl5pPr marL="1269919" indent="0" algn="ctr">
              <a:buNone/>
              <a:defRPr sz="1111"/>
            </a:lvl5pPr>
            <a:lvl6pPr marL="1587398" indent="0" algn="ctr">
              <a:buNone/>
              <a:defRPr sz="1111"/>
            </a:lvl6pPr>
            <a:lvl7pPr marL="1904878" indent="0" algn="ctr">
              <a:buNone/>
              <a:defRPr sz="1111"/>
            </a:lvl7pPr>
            <a:lvl8pPr marL="2222358" indent="0" algn="ctr">
              <a:buNone/>
              <a:defRPr sz="1111"/>
            </a:lvl8pPr>
            <a:lvl9pPr marL="2539837" indent="0" algn="ctr">
              <a:buNone/>
              <a:defRPr sz="1111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11FEF-B33F-4CA6-B930-AB184EA6FE76}" type="datetimeFigureOut">
              <a:rPr lang="ko-KR" altLang="en-US" smtClean="0"/>
              <a:t>2026. 3. 20.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C437B-9183-44D6-88F3-4DD4F6389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2072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11FEF-B33F-4CA6-B930-AB184EA6FE76}" type="datetimeFigureOut">
              <a:rPr lang="ko-KR" altLang="en-US" smtClean="0"/>
              <a:t>2026. 3. 20.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C437B-9183-44D6-88F3-4DD4F6389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0903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480" y="1187319"/>
            <a:ext cx="8412480" cy="1981067"/>
          </a:xfrm>
        </p:spPr>
        <p:txBody>
          <a:bodyPr anchor="b"/>
          <a:lstStyle>
            <a:lvl1pPr>
              <a:defRPr sz="416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5480" y="3187127"/>
            <a:ext cx="8412480" cy="1041797"/>
          </a:xfrm>
        </p:spPr>
        <p:txBody>
          <a:bodyPr/>
          <a:lstStyle>
            <a:lvl1pPr marL="0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1pPr>
            <a:lvl2pPr marL="317480" indent="0">
              <a:buNone/>
              <a:defRPr sz="1389">
                <a:solidFill>
                  <a:schemeClr val="tx1">
                    <a:tint val="75000"/>
                  </a:schemeClr>
                </a:solidFill>
              </a:defRPr>
            </a:lvl2pPr>
            <a:lvl3pPr marL="634959" indent="0">
              <a:buNone/>
              <a:defRPr sz="1250">
                <a:solidFill>
                  <a:schemeClr val="tx1">
                    <a:tint val="75000"/>
                  </a:schemeClr>
                </a:solidFill>
              </a:defRPr>
            </a:lvl3pPr>
            <a:lvl4pPr marL="952439" indent="0">
              <a:buNone/>
              <a:defRPr sz="1111">
                <a:solidFill>
                  <a:schemeClr val="tx1">
                    <a:tint val="75000"/>
                  </a:schemeClr>
                </a:solidFill>
              </a:defRPr>
            </a:lvl4pPr>
            <a:lvl5pPr marL="1269919" indent="0">
              <a:buNone/>
              <a:defRPr sz="1111">
                <a:solidFill>
                  <a:schemeClr val="tx1">
                    <a:tint val="75000"/>
                  </a:schemeClr>
                </a:solidFill>
              </a:defRPr>
            </a:lvl5pPr>
            <a:lvl6pPr marL="1587398" indent="0">
              <a:buNone/>
              <a:defRPr sz="1111">
                <a:solidFill>
                  <a:schemeClr val="tx1">
                    <a:tint val="75000"/>
                  </a:schemeClr>
                </a:solidFill>
              </a:defRPr>
            </a:lvl6pPr>
            <a:lvl7pPr marL="1904878" indent="0">
              <a:buNone/>
              <a:defRPr sz="1111">
                <a:solidFill>
                  <a:schemeClr val="tx1">
                    <a:tint val="75000"/>
                  </a:schemeClr>
                </a:solidFill>
              </a:defRPr>
            </a:lvl7pPr>
            <a:lvl8pPr marL="2222358" indent="0">
              <a:buNone/>
              <a:defRPr sz="1111">
                <a:solidFill>
                  <a:schemeClr val="tx1">
                    <a:tint val="75000"/>
                  </a:schemeClr>
                </a:solidFill>
              </a:defRPr>
            </a:lvl8pPr>
            <a:lvl9pPr marL="2539837" indent="0">
              <a:buNone/>
              <a:defRPr sz="111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11FEF-B33F-4CA6-B930-AB184EA6FE76}" type="datetimeFigureOut">
              <a:rPr lang="ko-KR" altLang="en-US" smtClean="0"/>
              <a:t>2026. 3. 20.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C437B-9183-44D6-88F3-4DD4F6389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26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0560" y="1267795"/>
            <a:ext cx="4145280" cy="30217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37760" y="1267795"/>
            <a:ext cx="4145280" cy="30217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11FEF-B33F-4CA6-B930-AB184EA6FE76}" type="datetimeFigureOut">
              <a:rPr lang="ko-KR" altLang="en-US" smtClean="0"/>
              <a:t>2026. 3. 20.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C437B-9183-44D6-88F3-4DD4F6389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9917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830" y="253559"/>
            <a:ext cx="8412480" cy="92053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1831" y="1167474"/>
            <a:ext cx="4126230" cy="572161"/>
          </a:xfrm>
        </p:spPr>
        <p:txBody>
          <a:bodyPr anchor="b"/>
          <a:lstStyle>
            <a:lvl1pPr marL="0" indent="0">
              <a:buNone/>
              <a:defRPr sz="1667" b="1"/>
            </a:lvl1pPr>
            <a:lvl2pPr marL="317480" indent="0">
              <a:buNone/>
              <a:defRPr sz="1389" b="1"/>
            </a:lvl2pPr>
            <a:lvl3pPr marL="634959" indent="0">
              <a:buNone/>
              <a:defRPr sz="1250" b="1"/>
            </a:lvl3pPr>
            <a:lvl4pPr marL="952439" indent="0">
              <a:buNone/>
              <a:defRPr sz="1111" b="1"/>
            </a:lvl4pPr>
            <a:lvl5pPr marL="1269919" indent="0">
              <a:buNone/>
              <a:defRPr sz="1111" b="1"/>
            </a:lvl5pPr>
            <a:lvl6pPr marL="1587398" indent="0">
              <a:buNone/>
              <a:defRPr sz="1111" b="1"/>
            </a:lvl6pPr>
            <a:lvl7pPr marL="1904878" indent="0">
              <a:buNone/>
              <a:defRPr sz="1111" b="1"/>
            </a:lvl7pPr>
            <a:lvl8pPr marL="2222358" indent="0">
              <a:buNone/>
              <a:defRPr sz="1111" b="1"/>
            </a:lvl8pPr>
            <a:lvl9pPr marL="2539837" indent="0">
              <a:buNone/>
              <a:defRPr sz="111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1831" y="1739635"/>
            <a:ext cx="4126230" cy="255874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37760" y="1167474"/>
            <a:ext cx="4146550" cy="572161"/>
          </a:xfrm>
        </p:spPr>
        <p:txBody>
          <a:bodyPr anchor="b"/>
          <a:lstStyle>
            <a:lvl1pPr marL="0" indent="0">
              <a:buNone/>
              <a:defRPr sz="1667" b="1"/>
            </a:lvl1pPr>
            <a:lvl2pPr marL="317480" indent="0">
              <a:buNone/>
              <a:defRPr sz="1389" b="1"/>
            </a:lvl2pPr>
            <a:lvl3pPr marL="634959" indent="0">
              <a:buNone/>
              <a:defRPr sz="1250" b="1"/>
            </a:lvl3pPr>
            <a:lvl4pPr marL="952439" indent="0">
              <a:buNone/>
              <a:defRPr sz="1111" b="1"/>
            </a:lvl4pPr>
            <a:lvl5pPr marL="1269919" indent="0">
              <a:buNone/>
              <a:defRPr sz="1111" b="1"/>
            </a:lvl5pPr>
            <a:lvl6pPr marL="1587398" indent="0">
              <a:buNone/>
              <a:defRPr sz="1111" b="1"/>
            </a:lvl6pPr>
            <a:lvl7pPr marL="1904878" indent="0">
              <a:buNone/>
              <a:defRPr sz="1111" b="1"/>
            </a:lvl7pPr>
            <a:lvl8pPr marL="2222358" indent="0">
              <a:buNone/>
              <a:defRPr sz="1111" b="1"/>
            </a:lvl8pPr>
            <a:lvl9pPr marL="2539837" indent="0">
              <a:buNone/>
              <a:defRPr sz="111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37760" y="1739635"/>
            <a:ext cx="4146550" cy="255874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11FEF-B33F-4CA6-B930-AB184EA6FE76}" type="datetimeFigureOut">
              <a:rPr lang="ko-KR" altLang="en-US" smtClean="0"/>
              <a:t>2026. 3. 20.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C437B-9183-44D6-88F3-4DD4F6389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1281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11FEF-B33F-4CA6-B930-AB184EA6FE76}" type="datetimeFigureOut">
              <a:rPr lang="ko-KR" altLang="en-US" smtClean="0"/>
              <a:t>2026. 3. 20.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C437B-9183-44D6-88F3-4DD4F6389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434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11FEF-B33F-4CA6-B930-AB184EA6FE76}" type="datetimeFigureOut">
              <a:rPr lang="ko-KR" altLang="en-US" smtClean="0"/>
              <a:t>2026. 3. 20.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C437B-9183-44D6-88F3-4DD4F6389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500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831" y="317500"/>
            <a:ext cx="3145790" cy="1111250"/>
          </a:xfrm>
        </p:spPr>
        <p:txBody>
          <a:bodyPr anchor="b"/>
          <a:lstStyle>
            <a:lvl1pPr>
              <a:defRPr sz="22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6550" y="685712"/>
            <a:ext cx="4937760" cy="3384462"/>
          </a:xfrm>
        </p:spPr>
        <p:txBody>
          <a:bodyPr/>
          <a:lstStyle>
            <a:lvl1pPr>
              <a:defRPr sz="2222"/>
            </a:lvl1pPr>
            <a:lvl2pPr>
              <a:defRPr sz="1944"/>
            </a:lvl2pPr>
            <a:lvl3pPr>
              <a:defRPr sz="1667"/>
            </a:lvl3pPr>
            <a:lvl4pPr>
              <a:defRPr sz="1389"/>
            </a:lvl4pPr>
            <a:lvl5pPr>
              <a:defRPr sz="1389"/>
            </a:lvl5pPr>
            <a:lvl6pPr>
              <a:defRPr sz="1389"/>
            </a:lvl6pPr>
            <a:lvl7pPr>
              <a:defRPr sz="1389"/>
            </a:lvl7pPr>
            <a:lvl8pPr>
              <a:defRPr sz="1389"/>
            </a:lvl8pPr>
            <a:lvl9pPr>
              <a:defRPr sz="138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1831" y="1428750"/>
            <a:ext cx="3145790" cy="2646936"/>
          </a:xfrm>
        </p:spPr>
        <p:txBody>
          <a:bodyPr/>
          <a:lstStyle>
            <a:lvl1pPr marL="0" indent="0">
              <a:buNone/>
              <a:defRPr sz="1111"/>
            </a:lvl1pPr>
            <a:lvl2pPr marL="317480" indent="0">
              <a:buNone/>
              <a:defRPr sz="972"/>
            </a:lvl2pPr>
            <a:lvl3pPr marL="634959" indent="0">
              <a:buNone/>
              <a:defRPr sz="833"/>
            </a:lvl3pPr>
            <a:lvl4pPr marL="952439" indent="0">
              <a:buNone/>
              <a:defRPr sz="694"/>
            </a:lvl4pPr>
            <a:lvl5pPr marL="1269919" indent="0">
              <a:buNone/>
              <a:defRPr sz="694"/>
            </a:lvl5pPr>
            <a:lvl6pPr marL="1587398" indent="0">
              <a:buNone/>
              <a:defRPr sz="694"/>
            </a:lvl6pPr>
            <a:lvl7pPr marL="1904878" indent="0">
              <a:buNone/>
              <a:defRPr sz="694"/>
            </a:lvl7pPr>
            <a:lvl8pPr marL="2222358" indent="0">
              <a:buNone/>
              <a:defRPr sz="694"/>
            </a:lvl8pPr>
            <a:lvl9pPr marL="2539837" indent="0">
              <a:buNone/>
              <a:defRPr sz="69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11FEF-B33F-4CA6-B930-AB184EA6FE76}" type="datetimeFigureOut">
              <a:rPr lang="ko-KR" altLang="en-US" smtClean="0"/>
              <a:t>2026. 3. 20.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C437B-9183-44D6-88F3-4DD4F6389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359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831" y="317500"/>
            <a:ext cx="3145790" cy="1111250"/>
          </a:xfrm>
        </p:spPr>
        <p:txBody>
          <a:bodyPr anchor="b"/>
          <a:lstStyle>
            <a:lvl1pPr>
              <a:defRPr sz="22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6550" y="685712"/>
            <a:ext cx="4937760" cy="3384462"/>
          </a:xfrm>
        </p:spPr>
        <p:txBody>
          <a:bodyPr anchor="t"/>
          <a:lstStyle>
            <a:lvl1pPr marL="0" indent="0">
              <a:buNone/>
              <a:defRPr sz="2222"/>
            </a:lvl1pPr>
            <a:lvl2pPr marL="317480" indent="0">
              <a:buNone/>
              <a:defRPr sz="1944"/>
            </a:lvl2pPr>
            <a:lvl3pPr marL="634959" indent="0">
              <a:buNone/>
              <a:defRPr sz="1667"/>
            </a:lvl3pPr>
            <a:lvl4pPr marL="952439" indent="0">
              <a:buNone/>
              <a:defRPr sz="1389"/>
            </a:lvl4pPr>
            <a:lvl5pPr marL="1269919" indent="0">
              <a:buNone/>
              <a:defRPr sz="1389"/>
            </a:lvl5pPr>
            <a:lvl6pPr marL="1587398" indent="0">
              <a:buNone/>
              <a:defRPr sz="1389"/>
            </a:lvl6pPr>
            <a:lvl7pPr marL="1904878" indent="0">
              <a:buNone/>
              <a:defRPr sz="1389"/>
            </a:lvl7pPr>
            <a:lvl8pPr marL="2222358" indent="0">
              <a:buNone/>
              <a:defRPr sz="1389"/>
            </a:lvl8pPr>
            <a:lvl9pPr marL="2539837" indent="0">
              <a:buNone/>
              <a:defRPr sz="138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1831" y="1428750"/>
            <a:ext cx="3145790" cy="2646936"/>
          </a:xfrm>
        </p:spPr>
        <p:txBody>
          <a:bodyPr/>
          <a:lstStyle>
            <a:lvl1pPr marL="0" indent="0">
              <a:buNone/>
              <a:defRPr sz="1111"/>
            </a:lvl1pPr>
            <a:lvl2pPr marL="317480" indent="0">
              <a:buNone/>
              <a:defRPr sz="972"/>
            </a:lvl2pPr>
            <a:lvl3pPr marL="634959" indent="0">
              <a:buNone/>
              <a:defRPr sz="833"/>
            </a:lvl3pPr>
            <a:lvl4pPr marL="952439" indent="0">
              <a:buNone/>
              <a:defRPr sz="694"/>
            </a:lvl4pPr>
            <a:lvl5pPr marL="1269919" indent="0">
              <a:buNone/>
              <a:defRPr sz="694"/>
            </a:lvl5pPr>
            <a:lvl6pPr marL="1587398" indent="0">
              <a:buNone/>
              <a:defRPr sz="694"/>
            </a:lvl6pPr>
            <a:lvl7pPr marL="1904878" indent="0">
              <a:buNone/>
              <a:defRPr sz="694"/>
            </a:lvl7pPr>
            <a:lvl8pPr marL="2222358" indent="0">
              <a:buNone/>
              <a:defRPr sz="694"/>
            </a:lvl8pPr>
            <a:lvl9pPr marL="2539837" indent="0">
              <a:buNone/>
              <a:defRPr sz="69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11FEF-B33F-4CA6-B930-AB184EA6FE76}" type="datetimeFigureOut">
              <a:rPr lang="ko-KR" altLang="en-US" smtClean="0"/>
              <a:t>2026. 3. 20.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C437B-9183-44D6-88F3-4DD4F6389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066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11FEF-B33F-4CA6-B930-AB184EA6FE76}" type="datetimeFigureOut">
              <a:rPr lang="ko-KR" altLang="en-US" smtClean="0"/>
              <a:t>2026. 3. 20.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C437B-9183-44D6-88F3-4DD4F6389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03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9920" y="253559"/>
            <a:ext cx="2103120" cy="403599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0560" y="253559"/>
            <a:ext cx="6187440" cy="403599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11FEF-B33F-4CA6-B930-AB184EA6FE76}" type="datetimeFigureOut">
              <a:rPr lang="ko-KR" altLang="en-US" smtClean="0"/>
              <a:t>2026. 3. 20.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C437B-9183-44D6-88F3-4DD4F6389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7289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0560" y="253559"/>
            <a:ext cx="8412480" cy="920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560" y="1267795"/>
            <a:ext cx="8412480" cy="3021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0560" y="4414132"/>
            <a:ext cx="2194560" cy="2535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E11FEF-B33F-4CA6-B930-AB184EA6FE76}" type="datetimeFigureOut">
              <a:rPr lang="ko-KR" altLang="en-US" smtClean="0"/>
              <a:t>2026. 3. 20.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30880" y="4414132"/>
            <a:ext cx="3291840" cy="2535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88480" y="4414132"/>
            <a:ext cx="2194560" cy="2535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6C437B-9183-44D6-88F3-4DD4F6389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1257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34959" rtl="0" eaLnBrk="1" latinLnBrk="1" hangingPunct="1">
        <a:lnSpc>
          <a:spcPct val="90000"/>
        </a:lnSpc>
        <a:spcBef>
          <a:spcPct val="0"/>
        </a:spcBef>
        <a:buNone/>
        <a:defRPr sz="30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8740" indent="-158740" algn="l" defTabSz="634959" rtl="0" eaLnBrk="1" latinLnBrk="1" hangingPunct="1">
        <a:lnSpc>
          <a:spcPct val="90000"/>
        </a:lnSpc>
        <a:spcBef>
          <a:spcPts val="694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1pPr>
      <a:lvl2pPr marL="476220" indent="-158740" algn="l" defTabSz="634959" rtl="0" eaLnBrk="1" latinLnBrk="1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2pPr>
      <a:lvl3pPr marL="793699" indent="-158740" algn="l" defTabSz="634959" rtl="0" eaLnBrk="1" latinLnBrk="1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1389" kern="1200">
          <a:solidFill>
            <a:schemeClr val="tx1"/>
          </a:solidFill>
          <a:latin typeface="+mn-lt"/>
          <a:ea typeface="+mn-ea"/>
          <a:cs typeface="+mn-cs"/>
        </a:defRPr>
      </a:lvl3pPr>
      <a:lvl4pPr marL="1111179" indent="-158740" algn="l" defTabSz="634959" rtl="0" eaLnBrk="1" latinLnBrk="1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4pPr>
      <a:lvl5pPr marL="1428659" indent="-158740" algn="l" defTabSz="634959" rtl="0" eaLnBrk="1" latinLnBrk="1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1746138" indent="-158740" algn="l" defTabSz="634959" rtl="0" eaLnBrk="1" latinLnBrk="1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063618" indent="-158740" algn="l" defTabSz="634959" rtl="0" eaLnBrk="1" latinLnBrk="1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7pPr>
      <a:lvl8pPr marL="2381098" indent="-158740" algn="l" defTabSz="634959" rtl="0" eaLnBrk="1" latinLnBrk="1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8pPr>
      <a:lvl9pPr marL="2698577" indent="-158740" algn="l" defTabSz="634959" rtl="0" eaLnBrk="1" latinLnBrk="1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34959" rtl="0" eaLnBrk="1" latinLnBrk="1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1pPr>
      <a:lvl2pPr marL="317480" algn="l" defTabSz="634959" rtl="0" eaLnBrk="1" latinLnBrk="1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634959" algn="l" defTabSz="634959" rtl="0" eaLnBrk="1" latinLnBrk="1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3pPr>
      <a:lvl4pPr marL="952439" algn="l" defTabSz="634959" rtl="0" eaLnBrk="1" latinLnBrk="1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4pPr>
      <a:lvl5pPr marL="1269919" algn="l" defTabSz="634959" rtl="0" eaLnBrk="1" latinLnBrk="1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1587398" algn="l" defTabSz="634959" rtl="0" eaLnBrk="1" latinLnBrk="1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1904878" algn="l" defTabSz="634959" rtl="0" eaLnBrk="1" latinLnBrk="1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7pPr>
      <a:lvl8pPr marL="2222358" algn="l" defTabSz="634959" rtl="0" eaLnBrk="1" latinLnBrk="1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8pPr>
      <a:lvl9pPr marL="2539837" algn="l" defTabSz="634959" rtl="0" eaLnBrk="1" latinLnBrk="1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9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2FD43FB5-9EDB-FE05-A329-980A9FAF697F}"/>
              </a:ext>
            </a:extLst>
          </p:cNvPr>
          <p:cNvSpPr/>
          <p:nvPr/>
        </p:nvSpPr>
        <p:spPr>
          <a:xfrm>
            <a:off x="6431700" y="920772"/>
            <a:ext cx="2284586" cy="4450711"/>
          </a:xfrm>
          <a:prstGeom prst="roundRect">
            <a:avLst/>
          </a:prstGeom>
          <a:solidFill>
            <a:srgbClr val="F8FC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FC9967-4254-43FA-B325-6CBEE6A4D7CB}"/>
              </a:ext>
            </a:extLst>
          </p:cNvPr>
          <p:cNvSpPr txBox="1"/>
          <p:nvPr/>
        </p:nvSpPr>
        <p:spPr>
          <a:xfrm>
            <a:off x="623246" y="1773900"/>
            <a:ext cx="40601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6000" dirty="0">
                <a:solidFill>
                  <a:schemeClr val="bg1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텃밭일기</a:t>
            </a:r>
            <a:endParaRPr lang="en-US" altLang="ko-KR" sz="6000" dirty="0">
              <a:solidFill>
                <a:schemeClr val="bg1"/>
              </a:solidFill>
              <a:latin typeface="BM DoHyeon OTF" panose="020B0600000101010101" pitchFamily="34" charset="-127"/>
              <a:ea typeface="BM DoHyeon OTF" panose="020B0600000101010101" pitchFamily="34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7C59E86-B7FC-49D5-8A5E-7DF8017A56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2389" y="447099"/>
            <a:ext cx="2028822" cy="202882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31BC321-FEE8-0009-72C3-098D0AB8D3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8217" y="1100517"/>
            <a:ext cx="2171552" cy="4230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948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</TotalTime>
  <Words>1</Words>
  <Application>Microsoft Macintosh PowerPoint</Application>
  <PresentationFormat>사용자 지정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BM DoHyeon OTF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Kwak myeong su</dc:creator>
  <cp:lastModifiedBy>myeong su Kwak</cp:lastModifiedBy>
  <cp:revision>4</cp:revision>
  <cp:lastPrinted>2026-03-18T11:19:31Z</cp:lastPrinted>
  <dcterms:created xsi:type="dcterms:W3CDTF">2022-03-26T18:58:47Z</dcterms:created>
  <dcterms:modified xsi:type="dcterms:W3CDTF">2026-03-20T08:49:44Z</dcterms:modified>
</cp:coreProperties>
</file>